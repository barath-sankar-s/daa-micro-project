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69" r:id="rId5"/>
    <p:sldId id="270" r:id="rId6"/>
    <p:sldId id="277" r:id="rId7"/>
    <p:sldId id="278" r:id="rId8"/>
    <p:sldId id="279" r:id="rId9"/>
    <p:sldId id="282" r:id="rId10"/>
    <p:sldId id="280" r:id="rId11"/>
    <p:sldId id="281" r:id="rId12"/>
    <p:sldId id="266" r:id="rId13"/>
  </p:sldIdLst>
  <p:sldSz cx="12192000" cy="6858000"/>
  <p:notesSz cx="12192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939" userDrawn="1">
          <p15:clr>
            <a:srgbClr val="000000"/>
          </p15:clr>
        </p15:guide>
        <p15:guide id="2" pos="2146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69" d="100"/>
          <a:sy n="69" d="100"/>
        </p:scale>
        <p:origin x="756" y="54"/>
      </p:cViewPr>
      <p:guideLst>
        <p:guide orient="horz" pos="2939"/>
        <p:guide pos="214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  <p:sp>
        <p:nvSpPr>
          <p:cNvPr id="42" name="Google Shape;4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588bb4af59_0_6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dirty="0"/>
          </a:p>
        </p:txBody>
      </p:sp>
      <p:sp>
        <p:nvSpPr>
          <p:cNvPr id="71" name="Google Shape;71;g2588bb4af59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588bb4af59_0_6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  <p:sp>
        <p:nvSpPr>
          <p:cNvPr id="71" name="Google Shape;71;g2588bb4af59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588bb4af59_0_6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  <p:sp>
        <p:nvSpPr>
          <p:cNvPr id="71" name="Google Shape;71;g2588bb4af59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588bb4af59_0_6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  <p:sp>
        <p:nvSpPr>
          <p:cNvPr id="71" name="Google Shape;71;g2588bb4af59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588bb4af59_0_6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  <p:sp>
        <p:nvSpPr>
          <p:cNvPr id="71" name="Google Shape;71;g2588bb4af59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0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  <p:sp>
        <p:nvSpPr>
          <p:cNvPr id="118" name="Google Shape;11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2"/>
          <p:cNvSpPr txBox="1">
            <a:spLocks noGrp="1"/>
          </p:cNvSpPr>
          <p:nvPr>
            <p:ph type="title"/>
          </p:nvPr>
        </p:nvSpPr>
        <p:spPr>
          <a:xfrm>
            <a:off x="3670591" y="1934454"/>
            <a:ext cx="4850817" cy="1000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400" b="0" i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" name="Google Shape;14;p12"/>
          <p:cNvSpPr txBox="1">
            <a:spLocks noGrp="1"/>
          </p:cNvSpPr>
          <p:nvPr>
            <p:ph type="body" idx="1"/>
          </p:nvPr>
        </p:nvSpPr>
        <p:spPr>
          <a:xfrm>
            <a:off x="1322908" y="2227490"/>
            <a:ext cx="9546183" cy="17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5" name="Google Shape;15;p12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2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>
            <a:spLocks noGrp="1"/>
          </p:cNvSpPr>
          <p:nvPr>
            <p:ph type="sldNum" idx="12"/>
          </p:nvPr>
        </p:nvSpPr>
        <p:spPr>
          <a:xfrm>
            <a:off x="11034279" y="6514910"/>
            <a:ext cx="245109" cy="281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38100" marR="0" lvl="1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38100" marR="0" lvl="2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38100" marR="0" lvl="3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38100" marR="0" lvl="4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38100" marR="0" lvl="5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8100" marR="0" lvl="6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8100" marR="0" lvl="7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38100" marR="0" lvl="8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3"/>
          <p:cNvSpPr txBox="1">
            <a:spLocks noGrp="1"/>
          </p:cNvSpPr>
          <p:nvPr>
            <p:ph type="title"/>
          </p:nvPr>
        </p:nvSpPr>
        <p:spPr>
          <a:xfrm>
            <a:off x="3670591" y="1934454"/>
            <a:ext cx="4850817" cy="1000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400" b="0" i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" name="Google Shape;20;p13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3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3"/>
          <p:cNvSpPr txBox="1">
            <a:spLocks noGrp="1"/>
          </p:cNvSpPr>
          <p:nvPr>
            <p:ph type="sldNum" idx="12"/>
          </p:nvPr>
        </p:nvSpPr>
        <p:spPr>
          <a:xfrm>
            <a:off x="11034279" y="6514910"/>
            <a:ext cx="245109" cy="281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38100" marR="0" lvl="1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38100" marR="0" lvl="2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38100" marR="0" lvl="3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38100" marR="0" lvl="4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38100" marR="0" lvl="5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8100" marR="0" lvl="6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8100" marR="0" lvl="7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38100" marR="0" lvl="8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1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1"/>
          <p:cNvSpPr txBox="1">
            <a:spLocks noGrp="1"/>
          </p:cNvSpPr>
          <p:nvPr>
            <p:ph type="title"/>
          </p:nvPr>
        </p:nvSpPr>
        <p:spPr>
          <a:xfrm>
            <a:off x="3670591" y="1934454"/>
            <a:ext cx="4850817" cy="1000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6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Google Shape;8;p11"/>
          <p:cNvSpPr txBox="1">
            <a:spLocks noGrp="1"/>
          </p:cNvSpPr>
          <p:nvPr>
            <p:ph type="body" idx="1"/>
          </p:nvPr>
        </p:nvSpPr>
        <p:spPr>
          <a:xfrm>
            <a:off x="1322908" y="2227490"/>
            <a:ext cx="9546183" cy="17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11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11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1" name="Google Shape;11;p11"/>
          <p:cNvSpPr txBox="1">
            <a:spLocks noGrp="1"/>
          </p:cNvSpPr>
          <p:nvPr>
            <p:ph type="sldNum" idx="12"/>
          </p:nvPr>
        </p:nvSpPr>
        <p:spPr>
          <a:xfrm>
            <a:off x="11034279" y="6514910"/>
            <a:ext cx="245109" cy="281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38100" marR="0" lvl="1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38100" marR="0" lvl="2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38100" marR="0" lvl="3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38100" marR="0" lvl="4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38100" marR="0" lvl="5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8100" marR="0" lvl="6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8100" marR="0" lvl="7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38100" marR="0" lvl="8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2159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"/>
          <p:cNvSpPr txBox="1"/>
          <p:nvPr/>
        </p:nvSpPr>
        <p:spPr>
          <a:xfrm>
            <a:off x="2951720" y="3111060"/>
            <a:ext cx="8217213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R="5080" lvl="0" algn="ctr">
              <a:buSzPts val="2400"/>
            </a:pPr>
            <a:r>
              <a:rPr lang="en-US" sz="32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: </a:t>
            </a:r>
            <a:r>
              <a:rPr lang="en-US" altLang="en-US" sz="3200" b="1" i="0" u="none" strike="noStrike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 Brute Force Password Cracking</a:t>
            </a:r>
            <a:endParaRPr lang="en-US" altLang="en-US" sz="3200" b="1" i="0" u="none" strike="noStrike" cap="none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  <p:grpSp>
        <p:nvGrpSpPr>
          <p:cNvPr id="46" name="Google Shape;46;p1"/>
          <p:cNvGrpSpPr/>
          <p:nvPr/>
        </p:nvGrpSpPr>
        <p:grpSpPr>
          <a:xfrm>
            <a:off x="220205" y="1294727"/>
            <a:ext cx="1708370" cy="5091495"/>
            <a:chOff x="190553" y="1212849"/>
            <a:chExt cx="1813556" cy="5206028"/>
          </a:xfrm>
        </p:grpSpPr>
        <p:pic>
          <p:nvPicPr>
            <p:cNvPr id="47" name="Google Shape;47;p1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629861" y="1212849"/>
              <a:ext cx="1374248" cy="10667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" name="Google Shape;48;p1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90553" y="4840809"/>
              <a:ext cx="1098142" cy="157806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0" name="Google Shape;50;p1"/>
          <p:cNvSpPr txBox="1"/>
          <p:nvPr/>
        </p:nvSpPr>
        <p:spPr>
          <a:xfrm>
            <a:off x="10844949" y="6506676"/>
            <a:ext cx="392700" cy="321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</a:fld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  <p:sp>
        <p:nvSpPr>
          <p:cNvPr id="54" name="Google Shape;54;p1"/>
          <p:cNvSpPr txBox="1">
            <a:spLocks noGrp="1"/>
          </p:cNvSpPr>
          <p:nvPr>
            <p:ph type="title"/>
          </p:nvPr>
        </p:nvSpPr>
        <p:spPr>
          <a:xfrm>
            <a:off x="3407178" y="912481"/>
            <a:ext cx="7306218" cy="737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algn="ctr"/>
            <a:r>
              <a:rPr lang="en-US" sz="4200" dirty="0" smtClean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</a:rPr>
              <a:t>DATA STRUCTURE AND ANALYSIS</a:t>
            </a:r>
            <a:endParaRPr lang="en-US" sz="4200" dirty="0">
              <a:solidFill>
                <a:srgbClr val="0070C0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228465" y="4259580"/>
            <a:ext cx="624078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BARATH SANKAR S</a:t>
            </a:r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- 24ITR0</a:t>
            </a:r>
            <a:r>
              <a:rPr lang="en-GB" alt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endParaRPr lang="en-GB" altLang="en-IN" sz="3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588bb4af59_0_6"/>
          <p:cNvSpPr txBox="1">
            <a:spLocks noGrp="1"/>
          </p:cNvSpPr>
          <p:nvPr>
            <p:ph type="title"/>
          </p:nvPr>
        </p:nvSpPr>
        <p:spPr>
          <a:xfrm>
            <a:off x="3505435" y="790686"/>
            <a:ext cx="5347440" cy="566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Google Shape;74;g2588bb4af59_0_6"/>
          <p:cNvSpPr txBox="1"/>
          <p:nvPr/>
        </p:nvSpPr>
        <p:spPr>
          <a:xfrm>
            <a:off x="10937297" y="6514910"/>
            <a:ext cx="300300" cy="321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</a:fld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290272" y="1801786"/>
            <a:ext cx="8354290" cy="4338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Password security is important to protect systems from unauthorized access.</a:t>
            </a:r>
            <a:endParaRPr lang="en-US" altLang="en-US" sz="2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Weak passwords can be cracked using Brute Force attacks.</a:t>
            </a:r>
            <a:endParaRPr lang="en-US" altLang="en-US" sz="2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a brute force attack, every possible password combination is tried.</a:t>
            </a:r>
            <a:endParaRPr lang="en-US" altLang="en-US" sz="2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cybersecurity firm wants to test the strength of passwords.</a:t>
            </a:r>
            <a:endParaRPr lang="en-US" altLang="en-US" sz="2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a program that cracks a password and measures the time taken.</a:t>
            </a:r>
            <a:endParaRPr lang="en-US" altLang="en-US" sz="2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588bb4af59_0_6"/>
          <p:cNvSpPr txBox="1">
            <a:spLocks noGrp="1"/>
          </p:cNvSpPr>
          <p:nvPr>
            <p:ph type="title"/>
          </p:nvPr>
        </p:nvSpPr>
        <p:spPr>
          <a:xfrm>
            <a:off x="4758690" y="598805"/>
            <a:ext cx="25336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r>
              <a:rPr lang="en-IN" sz="3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IN" sz="3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Google Shape;74;g2588bb4af59_0_6"/>
          <p:cNvSpPr txBox="1"/>
          <p:nvPr/>
        </p:nvSpPr>
        <p:spPr>
          <a:xfrm>
            <a:off x="10937297" y="6514910"/>
            <a:ext cx="300300" cy="321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</a:fld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179771" y="1982388"/>
            <a:ext cx="9305127" cy="3507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the Brute Force algorithm technique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simulate a password cracking process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the time complexity of brute force searching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measure how long it takes to break passwords of different lengths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demonstrate the importance of strong passwords in cybersecurity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endParaRPr lang="en-US" alt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588bb4af59_0_6"/>
          <p:cNvSpPr txBox="1">
            <a:spLocks noGrp="1"/>
          </p:cNvSpPr>
          <p:nvPr>
            <p:ph type="title"/>
          </p:nvPr>
        </p:nvSpPr>
        <p:spPr>
          <a:xfrm>
            <a:off x="2775900" y="389553"/>
            <a:ext cx="7518027" cy="566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r>
              <a:rPr lang="en-IN" sz="3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 DESIGN TECHNIQUE</a:t>
            </a:r>
            <a:endParaRPr lang="en-IN" sz="3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Google Shape;74;g2588bb4af59_0_6"/>
          <p:cNvSpPr txBox="1"/>
          <p:nvPr/>
        </p:nvSpPr>
        <p:spPr>
          <a:xfrm>
            <a:off x="10937297" y="6514910"/>
            <a:ext cx="300300" cy="321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</a:fld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  <p:sp>
        <p:nvSpPr>
          <p:cNvPr id="75" name="Google Shape;75;g2588bb4af59_0_6"/>
          <p:cNvSpPr txBox="1"/>
          <p:nvPr/>
        </p:nvSpPr>
        <p:spPr>
          <a:xfrm>
            <a:off x="1797836" y="2614290"/>
            <a:ext cx="10019853" cy="2668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endParaRPr lang="en-US" altLang="en-US" sz="2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775873" y="1328439"/>
            <a:ext cx="9767455" cy="5507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Input: target_password</a:t>
            </a:r>
            <a:endParaRPr lang="en-US" alt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Define character_set (letters and numbers)</a:t>
            </a:r>
            <a:endParaRPr lang="en-US" alt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start_time = current time</a:t>
            </a:r>
            <a:endParaRPr lang="en-US" alt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each possible combination in character_set:</a:t>
            </a:r>
            <a:endParaRPr lang="en-US" alt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en-US" alt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generate password_guess</a:t>
            </a:r>
            <a:endParaRPr lang="en-US" alt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en-US" alt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if password_guess == target_password:</a:t>
            </a:r>
            <a:endParaRPr lang="en-US" alt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end_time = current time</a:t>
            </a:r>
            <a:endParaRPr lang="en-US" alt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 password_guess</a:t>
            </a:r>
            <a:endParaRPr lang="en-US" alt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 time taken</a:t>
            </a:r>
            <a:endParaRPr lang="en-US" alt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stop</a:t>
            </a:r>
            <a:endParaRPr lang="en-US" alt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continue generating next combination</a:t>
            </a:r>
            <a:endParaRPr lang="en-US" alt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588bb4af59_0_6"/>
          <p:cNvSpPr txBox="1">
            <a:spLocks noGrp="1"/>
          </p:cNvSpPr>
          <p:nvPr>
            <p:ph type="title"/>
          </p:nvPr>
        </p:nvSpPr>
        <p:spPr>
          <a:xfrm>
            <a:off x="4873908" y="832500"/>
            <a:ext cx="2903804" cy="566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r>
              <a:rPr lang="en-IN" sz="3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APPROACH</a:t>
            </a:r>
            <a:endParaRPr lang="en-IN" sz="3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Google Shape;74;g2588bb4af59_0_6"/>
          <p:cNvSpPr txBox="1"/>
          <p:nvPr/>
        </p:nvSpPr>
        <p:spPr>
          <a:xfrm>
            <a:off x="10937297" y="6514910"/>
            <a:ext cx="300300" cy="321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</a:fld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  <p:sp>
        <p:nvSpPr>
          <p:cNvPr id="75" name="Google Shape;75;g2588bb4af59_0_6"/>
          <p:cNvSpPr txBox="1"/>
          <p:nvPr/>
        </p:nvSpPr>
        <p:spPr>
          <a:xfrm>
            <a:off x="1884922" y="2701376"/>
            <a:ext cx="10019853" cy="1756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endParaRPr lang="en-US" altLang="en-US" sz="2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-426949"/>
            <a:ext cx="65" cy="853898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285660" rIns="0" bIns="28566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2324100" y="1562100"/>
            <a:ext cx="10191115" cy="508190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lang="en-US" alt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First, take the target password as input.</a:t>
            </a:r>
            <a:endParaRPr lang="en-US" altLang="en-US" sz="2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lang="en-US" alt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Define a character set that includes letters and numbers used to generate passwords.</a:t>
            </a:r>
            <a:endParaRPr lang="en-US" altLang="en-US" sz="2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lang="en-US" alt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 generating all possible combinations of characters from the character set.</a:t>
            </a:r>
            <a:endParaRPr lang="en-US" altLang="en-US" sz="2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lang="en-US" alt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 each generated password with the target password.</a:t>
            </a:r>
            <a:endParaRPr lang="en-US" altLang="en-US" sz="2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lang="en-US" alt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If the generated password matches the target password, stop the process and display the password along with the time taken.</a:t>
            </a:r>
            <a:endParaRPr lang="en-US" altLang="en-US" sz="2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588bb4af59_0_6"/>
          <p:cNvSpPr txBox="1">
            <a:spLocks noGrp="1"/>
          </p:cNvSpPr>
          <p:nvPr>
            <p:ph type="title"/>
          </p:nvPr>
        </p:nvSpPr>
        <p:spPr>
          <a:xfrm>
            <a:off x="2710106" y="115224"/>
            <a:ext cx="7239573" cy="566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algn="ctr"/>
            <a:r>
              <a:rPr lang="en-US" sz="3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CODING</a:t>
            </a:r>
            <a:endParaRPr sz="3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Google Shape;74;g2588bb4af59_0_6"/>
          <p:cNvSpPr txBox="1"/>
          <p:nvPr/>
        </p:nvSpPr>
        <p:spPr>
          <a:xfrm>
            <a:off x="10937297" y="6514910"/>
            <a:ext cx="300300" cy="321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</a:fld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785943" y="790849"/>
            <a:ext cx="4859051" cy="66929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public class Main {</a:t>
            </a:r>
            <a:endParaRPr lang="en-US" alt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   public static void main(String[] args) {</a:t>
            </a:r>
            <a:endParaRPr lang="en-US" alt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 String targetPassword = "ab1";   // password to crack</a:t>
            </a:r>
            <a:endParaRPr lang="en-US" alt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 String characters = "abcdefghijklmnopqrstuvwxyz0123456789";</a:t>
            </a:r>
            <a:endParaRPr lang="en-US" alt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 long startTime = System.currentTimeMillis();</a:t>
            </a:r>
            <a:endParaRPr lang="en-US" alt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 for (int i = 0; i &lt; characters.length(); i++) {</a:t>
            </a:r>
            <a:endParaRPr lang="en-US" alt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 for (int j = 0; j &lt; characters.length(); j++) {</a:t>
            </a:r>
            <a:endParaRPr lang="en-US" alt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     for (int k = 0; k &lt; characters.length(); k++) {</a:t>
            </a:r>
            <a:endParaRPr lang="en-US" alt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         String guess = "" + characters.charAt(i)</a:t>
            </a:r>
            <a:endParaRPr lang="en-US" alt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+ characters.charAt(j)</a:t>
            </a:r>
            <a:endParaRPr lang="en-US" alt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+ characters.charAt(k);</a:t>
            </a:r>
            <a:endParaRPr lang="en-US" alt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         if (guess.equals(targetPassword)) {</a:t>
            </a:r>
            <a:endParaRPr lang="en-US" alt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             long endTime = System.currentTimeMillis();</a:t>
            </a:r>
            <a:endParaRPr lang="en-US" alt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             System.out.println("Password Cracked: " + guess);</a:t>
            </a:r>
            <a:endParaRPr lang="en-US" alt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             System.out.println("Time Taken: " + (endTime - startTime) + " ms");</a:t>
            </a:r>
            <a:endParaRPr lang="en-US" alt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             return;</a:t>
            </a:r>
            <a:endParaRPr lang="en-US" alt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         }</a:t>
            </a:r>
            <a:endParaRPr lang="en-US" alt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     }</a:t>
            </a:r>
            <a:endParaRPr lang="en-US" alt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 }</a:t>
            </a:r>
            <a:endParaRPr lang="en-US" alt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 }</a:t>
            </a:r>
            <a:endParaRPr lang="en-US" alt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   }</a:t>
            </a:r>
            <a:endParaRPr lang="en-US" alt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br>
              <a:rPr lang="en-I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0462" y="436603"/>
            <a:ext cx="4850817" cy="553998"/>
          </a:xfrm>
        </p:spPr>
        <p:txBody>
          <a:bodyPr/>
          <a:lstStyle/>
          <a:p>
            <a:r>
              <a:rPr lang="en-US" sz="3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CODING OUTPUT</a:t>
            </a:r>
            <a:endParaRPr lang="en-US" sz="3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pic>
        <p:nvPicPr>
          <p:cNvPr id="6" name="Picture 5" descr="Screenshot 2026-04-19 23120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0165" y="1170305"/>
            <a:ext cx="7534910" cy="54559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1609" y="323590"/>
            <a:ext cx="7731700" cy="729356"/>
          </a:xfrm>
        </p:spPr>
        <p:txBody>
          <a:bodyPr/>
          <a:lstStyle/>
          <a:p>
            <a:pPr algn="ctr"/>
            <a:r>
              <a:rPr lang="en-US" sz="3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 DERIVATION</a:t>
            </a:r>
            <a:endParaRPr lang="en-US" sz="3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-156928"/>
            <a:ext cx="65" cy="313856"/>
          </a:xfrm>
          <a:prstGeom prst="rect">
            <a:avLst/>
          </a:prstGeom>
          <a:solidFill>
            <a:srgbClr val="15151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36501" rIns="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139662" y="1052897"/>
            <a:ext cx="8894617" cy="64623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</a:t>
            </a:r>
            <a:endParaRPr lang="en-US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= length of the password</a:t>
            </a:r>
            <a:r>
              <a:rPr lang="en-GB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= number of characters in the character set</a:t>
            </a:r>
            <a:endParaRPr lang="en-US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US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characters = 26 letters + 10 digits</a:t>
            </a:r>
            <a:endParaRPr lang="en-US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GB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=36</a:t>
            </a:r>
            <a:endParaRPr lang="en-US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possible password combinations:c</a:t>
            </a:r>
            <a:r>
              <a:rPr lang="en-GB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^n</a:t>
            </a:r>
            <a:endParaRPr lang="en-GB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each iteration:</a:t>
            </a:r>
            <a:endParaRPr lang="en-US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Generate a password combination</a:t>
            </a:r>
            <a:endParaRPr lang="en-US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Compare it with the target password</a:t>
            </a:r>
            <a:endParaRPr lang="en-US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iteration takes constant time.</a:t>
            </a:r>
            <a:endParaRPr lang="en-US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Worst Case:</a:t>
            </a:r>
            <a:endParaRPr lang="en-US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correct password is found at the last combination.</a:t>
            </a:r>
            <a:endParaRPr lang="en-GB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T(n)=c</a:t>
            </a:r>
            <a:r>
              <a:rPr lang="en-GB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^n</a:t>
            </a:r>
            <a:endParaRPr lang="en-GB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Case:</a:t>
            </a:r>
            <a:endParaRPr lang="en-US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correct password is found immediately.</a:t>
            </a:r>
            <a:endParaRPr lang="en-US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T(n)=1</a:t>
            </a:r>
            <a:endParaRPr lang="en-US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Therefore:</a:t>
            </a:r>
            <a:endParaRPr lang="en-US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T(n)=O(c</a:t>
            </a:r>
            <a:r>
              <a:rPr lang="en-GB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^n)</a:t>
            </a:r>
            <a:endParaRPr lang="en-US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51245" y="819505"/>
            <a:ext cx="3021155" cy="553998"/>
          </a:xfrm>
        </p:spPr>
        <p:txBody>
          <a:bodyPr/>
          <a:lstStyle/>
          <a:p>
            <a:r>
              <a:rPr lang="en-US" sz="3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3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704110" y="1768923"/>
            <a:ext cx="9864436" cy="3415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brute force method tries every possible password combination to find the correct one.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simple to implement but requires more time for longer passwords.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time needed to crack a password increases as the password length increases.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Therefore, using longer and more complex passwords improves security.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0"/>
          <p:cNvSpPr txBox="1">
            <a:spLocks noGrp="1"/>
          </p:cNvSpPr>
          <p:nvPr>
            <p:ph type="title"/>
          </p:nvPr>
        </p:nvSpPr>
        <p:spPr>
          <a:xfrm>
            <a:off x="2022475" y="2750675"/>
            <a:ext cx="8862300" cy="9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065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1" name="Google Shape;121;p10"/>
          <p:cNvSpPr txBox="1">
            <a:spLocks noGrp="1"/>
          </p:cNvSpPr>
          <p:nvPr>
            <p:ph type="sldNum" idx="12"/>
          </p:nvPr>
        </p:nvSpPr>
        <p:spPr>
          <a:xfrm>
            <a:off x="10713466" y="6514900"/>
            <a:ext cx="566100" cy="321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IoT_Project_Template[1]</Template>
  <TotalTime>0</TotalTime>
  <Words>3294</Words>
  <Application>WPS Presentation</Application>
  <PresentationFormat>Widescreen</PresentationFormat>
  <Paragraphs>143</Paragraphs>
  <Slides>10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SimSun</vt:lpstr>
      <vt:lpstr>Wingdings</vt:lpstr>
      <vt:lpstr>Arial</vt:lpstr>
      <vt:lpstr>Times New Roman</vt:lpstr>
      <vt:lpstr>Calibri</vt:lpstr>
      <vt:lpstr>Times New Roman</vt:lpstr>
      <vt:lpstr>Microsoft YaHei</vt:lpstr>
      <vt:lpstr>Arial Unicode MS</vt:lpstr>
      <vt:lpstr>Office Theme</vt:lpstr>
      <vt:lpstr>DATA STRUCTURE AND ANALYSIS</vt:lpstr>
      <vt:lpstr>PROBLEM STATEMENT</vt:lpstr>
      <vt:lpstr>OBJECTIVE</vt:lpstr>
      <vt:lpstr>ALGORITHM DESIGN TECHNIQUE</vt:lpstr>
      <vt:lpstr>APPROACH</vt:lpstr>
      <vt:lpstr>CODING</vt:lpstr>
      <vt:lpstr>CODING OUTPUT</vt:lpstr>
      <vt:lpstr>TIME COMPLEXITY DERIVATION</vt:lpstr>
      <vt:lpstr>CONCLUSION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IoT-Based Smart Shoes for Visually Impaired People </dc:title>
  <dc:creator>Ajay Vikram</dc:creator>
  <cp:lastModifiedBy>Barath Sankar S</cp:lastModifiedBy>
  <cp:revision>36</cp:revision>
  <dcterms:created xsi:type="dcterms:W3CDTF">2026-02-08T09:44:00Z</dcterms:created>
  <dcterms:modified xsi:type="dcterms:W3CDTF">2026-04-19T18:15:17Z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  <property fmtid="{D5CDD505-2E9C-101B-9397-08002B2CF9AE}" pid="3" name="ICV">
    <vt:lpwstr>CCA21B7555E24D3FB40348EB3CE2AD24</vt:lpwstr>
  </property>
  <property fmtid="{D5CDD505-2E9C-101B-9397-08002B2CF9AE}" pid="4" name="KSOProductBuildVer">
    <vt:lpwstr>1033-12.1.0.25242</vt:lpwstr>
  </property>
</Properties>
</file>